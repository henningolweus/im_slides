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9" r:id="rId4"/>
  </p:sldMasterIdLst>
  <p:notesMasterIdLst>
    <p:notesMasterId r:id="rId7"/>
  </p:notesMasterIdLst>
  <p:handoutMasterIdLst>
    <p:handoutMasterId r:id="rId8"/>
  </p:handoutMasterIdLst>
  <p:sldIdLst>
    <p:sldId id="545" r:id="rId5"/>
    <p:sldId id="547" r:id="rId6"/>
  </p:sldIdLst>
  <p:sldSz cx="12192000" cy="6858000"/>
  <p:notesSz cx="6858000" cy="9144000"/>
  <p:custDataLst>
    <p:tags r:id="rId9"/>
  </p:custDataLst>
  <p:defaultTextStyle>
    <a:defPPr>
      <a:defRPr lang="en-US"/>
    </a:defPPr>
    <a:lvl1pPr marL="0" indent="0" algn="l" defTabSz="742950" rtl="0" eaLnBrk="1" latinLnBrk="0" hangingPunct="1">
      <a:lnSpc>
        <a:spcPct val="90000"/>
      </a:lnSpc>
      <a:spcBef>
        <a:spcPts val="0"/>
      </a:spcBef>
      <a:spcAft>
        <a:spcPts val="600"/>
      </a:spcAft>
      <a:buFont typeface="Arial" panose="020B0604020202020204" pitchFamily="34" charset="0"/>
      <a:buChar char="​"/>
      <a:defRPr sz="1000" kern="1200">
        <a:solidFill>
          <a:srgbClr val="1F2023"/>
        </a:solidFill>
        <a:latin typeface="+mn-lt"/>
        <a:ea typeface="+mn-ea"/>
        <a:cs typeface="+mn-cs"/>
      </a:defRPr>
    </a:lvl1pPr>
    <a:lvl2pPr marL="144000" indent="-144000" algn="l" defTabSz="742950" rtl="0" eaLnBrk="1" latinLnBrk="0" hangingPunct="1">
      <a:lnSpc>
        <a:spcPct val="90000"/>
      </a:lnSpc>
      <a:spcBef>
        <a:spcPts val="0"/>
      </a:spcBef>
      <a:spcAft>
        <a:spcPts val="600"/>
      </a:spcAft>
      <a:buFont typeface="Arial" panose="020B0604020202020204" pitchFamily="34" charset="0"/>
      <a:buChar char="•"/>
      <a:defRPr sz="1000" kern="1200">
        <a:solidFill>
          <a:srgbClr val="1F2023"/>
        </a:solidFill>
        <a:latin typeface="+mn-lt"/>
        <a:ea typeface="+mn-ea"/>
        <a:cs typeface="+mn-cs"/>
      </a:defRPr>
    </a:lvl2pPr>
    <a:lvl3pPr marL="288000" indent="-144000" algn="l" defTabSz="742950" rtl="0" eaLnBrk="1" latinLnBrk="0" hangingPunct="1">
      <a:lnSpc>
        <a:spcPct val="90000"/>
      </a:lnSpc>
      <a:spcBef>
        <a:spcPts val="0"/>
      </a:spcBef>
      <a:spcAft>
        <a:spcPts val="600"/>
      </a:spcAft>
      <a:buFont typeface="Arial" panose="020B0604020202020204" pitchFamily="34" charset="0"/>
      <a:buChar char="•"/>
      <a:defRPr sz="1000" kern="1200">
        <a:solidFill>
          <a:srgbClr val="1F2023"/>
        </a:solidFill>
        <a:latin typeface="+mn-lt"/>
        <a:ea typeface="+mn-ea"/>
        <a:cs typeface="+mn-cs"/>
      </a:defRPr>
    </a:lvl3pPr>
    <a:lvl4pPr marL="432000" indent="-144000" algn="l" defTabSz="742950" rtl="0" eaLnBrk="1" latinLnBrk="0" hangingPunct="1">
      <a:lnSpc>
        <a:spcPct val="90000"/>
      </a:lnSpc>
      <a:spcBef>
        <a:spcPts val="0"/>
      </a:spcBef>
      <a:spcAft>
        <a:spcPts val="600"/>
      </a:spcAft>
      <a:buFont typeface="Arial" panose="020B0604020202020204" pitchFamily="34" charset="0"/>
      <a:buChar char="•"/>
      <a:defRPr sz="1000" b="0" kern="1200">
        <a:solidFill>
          <a:srgbClr val="1F2023"/>
        </a:solidFill>
        <a:latin typeface="+mn-lt"/>
        <a:ea typeface="+mn-ea"/>
        <a:cs typeface="+mn-cs"/>
      </a:defRPr>
    </a:lvl4pPr>
    <a:lvl5pPr marL="0" indent="0" algn="l" defTabSz="742950" rtl="0" eaLnBrk="1" latinLnBrk="0" hangingPunct="1">
      <a:lnSpc>
        <a:spcPct val="90000"/>
      </a:lnSpc>
      <a:spcBef>
        <a:spcPts val="0"/>
      </a:spcBef>
      <a:spcAft>
        <a:spcPts val="600"/>
      </a:spcAft>
      <a:buFont typeface="Arial" panose="020B0604020202020204" pitchFamily="34" charset="0"/>
      <a:buChar char="​"/>
      <a:defRPr sz="1000" b="1" kern="1200" cap="none" baseline="0">
        <a:solidFill>
          <a:srgbClr val="1F2023"/>
        </a:solidFill>
        <a:latin typeface="+mn-lt"/>
        <a:ea typeface="+mn-ea"/>
        <a:cs typeface="+mn-cs"/>
      </a:defRPr>
    </a:lvl5pPr>
    <a:lvl6pPr marL="0" indent="0" algn="l" defTabSz="742950" rtl="0" eaLnBrk="1" latinLnBrk="0" hangingPunct="1">
      <a:lnSpc>
        <a:spcPct val="90000"/>
      </a:lnSpc>
      <a:spcBef>
        <a:spcPts val="0"/>
      </a:spcBef>
      <a:spcAft>
        <a:spcPts val="600"/>
      </a:spcAft>
      <a:buFont typeface="Arial" panose="020B0604020202020204" pitchFamily="34" charset="0"/>
      <a:buChar char="​"/>
      <a:defRPr sz="1000" b="1" kern="1200" cap="all" baseline="0">
        <a:solidFill>
          <a:srgbClr val="1F2023"/>
        </a:solidFill>
        <a:latin typeface="+mj-lt"/>
        <a:ea typeface="+mn-ea"/>
        <a:cs typeface="+mn-cs"/>
      </a:defRPr>
    </a:lvl6pPr>
    <a:lvl7pPr marL="144000" indent="-144000" algn="l" defTabSz="742950" rtl="0" eaLnBrk="1" latinLnBrk="0" hangingPunct="1">
      <a:lnSpc>
        <a:spcPct val="90000"/>
      </a:lnSpc>
      <a:spcBef>
        <a:spcPts val="0"/>
      </a:spcBef>
      <a:spcAft>
        <a:spcPts val="600"/>
      </a:spcAft>
      <a:buFont typeface="+mj-lt"/>
      <a:buAutoNum type="arabicPeriod"/>
      <a:defRPr sz="1000" kern="1200" baseline="0">
        <a:solidFill>
          <a:srgbClr val="1F2023"/>
        </a:solidFill>
        <a:latin typeface="+mn-lt"/>
        <a:ea typeface="+mn-ea"/>
        <a:cs typeface="+mn-cs"/>
      </a:defRPr>
    </a:lvl7pPr>
    <a:lvl8pPr marL="144000" indent="-144000" algn="l" defTabSz="742950" rtl="0" eaLnBrk="1" latinLnBrk="0" hangingPunct="1">
      <a:lnSpc>
        <a:spcPct val="90000"/>
      </a:lnSpc>
      <a:spcBef>
        <a:spcPts val="0"/>
      </a:spcBef>
      <a:spcAft>
        <a:spcPts val="600"/>
      </a:spcAft>
      <a:buFont typeface="+mj-lt"/>
      <a:buAutoNum type="alphaUcPeriod"/>
      <a:defRPr sz="1000" kern="1200">
        <a:solidFill>
          <a:srgbClr val="1F2023"/>
        </a:solidFill>
        <a:latin typeface="+mn-lt"/>
        <a:ea typeface="+mn-ea"/>
        <a:cs typeface="+mn-cs"/>
      </a:defRPr>
    </a:lvl8pPr>
    <a:lvl9pPr marL="0" indent="0" algn="l" defTabSz="742950" rtl="0" eaLnBrk="1" latinLnBrk="0" hangingPunct="1">
      <a:lnSpc>
        <a:spcPct val="83000"/>
      </a:lnSpc>
      <a:spcBef>
        <a:spcPts val="0"/>
      </a:spcBef>
      <a:spcAft>
        <a:spcPts val="600"/>
      </a:spcAft>
      <a:buFont typeface="Arial" panose="020B0604020202020204" pitchFamily="34" charset="0"/>
      <a:buChar char="​"/>
      <a:defRPr sz="4800" kern="1200" cap="all" baseline="0">
        <a:solidFill>
          <a:srgbClr val="1F2023"/>
        </a:solidFill>
        <a:latin typeface="Impact" panose="020B080603090205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B7F736-67D6-4437-9BB6-7D5CC6C300E1}" v="18" dt="2026-06-23T13:07:14.183"/>
  </p1510:revLst>
</p1510:revInfo>
</file>

<file path=ppt/tableStyles.xml><?xml version="1.0" encoding="utf-8"?>
<a:tblStyleLst xmlns:a="http://schemas.openxmlformats.org/drawingml/2006/main" def="{17292A2E-F333-43FB-9621-5CBBE7FDCDCB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6955" autoAdjust="0"/>
  </p:normalViewPr>
  <p:slideViewPr>
    <p:cSldViewPr snapToGrid="0" showGuides="1">
      <p:cViewPr varScale="1">
        <p:scale>
          <a:sx n="80" d="100"/>
          <a:sy n="80" d="100"/>
        </p:scale>
        <p:origin x="58" y="29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7" d="100"/>
          <a:sy n="117" d="100"/>
        </p:scale>
        <p:origin x="669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en Söderberg - Implement Consulting Group" userId="bdce68a8-d7ab-40fd-8111-92a588bffa83" providerId="ADAL" clId="{0895DEB1-3303-4C8A-BBDA-1B0B5CDA47BF}"/>
    <pc:docChg chg="custSel modSld modMainMaster">
      <pc:chgData name="Simen Söderberg - Implement Consulting Group" userId="bdce68a8-d7ab-40fd-8111-92a588bffa83" providerId="ADAL" clId="{0895DEB1-3303-4C8A-BBDA-1B0B5CDA47BF}" dt="2026-06-23T13:07:24.399" v="45" actId="20577"/>
      <pc:docMkLst>
        <pc:docMk/>
      </pc:docMkLst>
      <pc:sldChg chg="addSp delSp modSp mod modClrScheme chgLayout">
        <pc:chgData name="Simen Söderberg - Implement Consulting Group" userId="bdce68a8-d7ab-40fd-8111-92a588bffa83" providerId="ADAL" clId="{0895DEB1-3303-4C8A-BBDA-1B0B5CDA47BF}" dt="2026-06-23T13:07:14.163" v="22"/>
        <pc:sldMkLst>
          <pc:docMk/>
          <pc:sldMk cId="3026231960" sldId="545"/>
        </pc:sldMkLst>
        <pc:spChg chg="add mod ord">
          <ac:chgData name="Simen Söderberg - Implement Consulting Group" userId="bdce68a8-d7ab-40fd-8111-92a588bffa83" providerId="ADAL" clId="{0895DEB1-3303-4C8A-BBDA-1B0B5CDA47BF}" dt="2026-06-23T13:07:13.108" v="5" actId="700"/>
          <ac:spMkLst>
            <pc:docMk/>
            <pc:sldMk cId="3026231960" sldId="545"/>
            <ac:spMk id="2" creationId="{02192B14-DBA6-97C5-3AD8-3C02D3D370E2}"/>
          </ac:spMkLst>
        </pc:spChg>
        <pc:spChg chg="add mod ord">
          <ac:chgData name="Simen Söderberg - Implement Consulting Group" userId="bdce68a8-d7ab-40fd-8111-92a588bffa83" providerId="ADAL" clId="{0895DEB1-3303-4C8A-BBDA-1B0B5CDA47BF}" dt="2026-06-23T13:07:13.108" v="5" actId="700"/>
          <ac:spMkLst>
            <pc:docMk/>
            <pc:sldMk cId="3026231960" sldId="545"/>
            <ac:spMk id="3" creationId="{EA0A47C4-07AC-6660-FF15-1DE692556093}"/>
          </ac:spMkLst>
        </pc:spChg>
        <pc:spChg chg="add mod ord">
          <ac:chgData name="Simen Söderberg - Implement Consulting Group" userId="bdce68a8-d7ab-40fd-8111-92a588bffa83" providerId="ADAL" clId="{0895DEB1-3303-4C8A-BBDA-1B0B5CDA47BF}" dt="2026-06-23T13:07:13.108" v="5" actId="700"/>
          <ac:spMkLst>
            <pc:docMk/>
            <pc:sldMk cId="3026231960" sldId="545"/>
            <ac:spMk id="4" creationId="{AF17262B-ED6B-B83B-7438-CB35361D9F5F}"/>
          </ac:spMkLst>
        </pc:spChg>
        <pc:spChg chg="add mod ord">
          <ac:chgData name="Simen Söderberg - Implement Consulting Group" userId="bdce68a8-d7ab-40fd-8111-92a588bffa83" providerId="ADAL" clId="{0895DEB1-3303-4C8A-BBDA-1B0B5CDA47BF}" dt="2026-06-23T13:07:13.108" v="5" actId="700"/>
          <ac:spMkLst>
            <pc:docMk/>
            <pc:sldMk cId="3026231960" sldId="545"/>
            <ac:spMk id="5" creationId="{E92C3157-9628-22CE-052A-320414A9E743}"/>
          </ac:spMkLst>
        </pc:spChg>
        <pc:spChg chg="add mod ord">
          <ac:chgData name="Simen Söderberg - Implement Consulting Group" userId="bdce68a8-d7ab-40fd-8111-92a588bffa83" providerId="ADAL" clId="{0895DEB1-3303-4C8A-BBDA-1B0B5CDA47BF}" dt="2026-06-23T13:07:13.108" v="5" actId="700"/>
          <ac:spMkLst>
            <pc:docMk/>
            <pc:sldMk cId="3026231960" sldId="545"/>
            <ac:spMk id="6" creationId="{7A723593-CCAC-73F1-9818-413C5A226F70}"/>
          </ac:spMkLst>
        </pc:spChg>
        <pc:spChg chg="del mod ord">
          <ac:chgData name="Simen Söderberg - Implement Consulting Group" userId="bdce68a8-d7ab-40fd-8111-92a588bffa83" providerId="ADAL" clId="{0895DEB1-3303-4C8A-BBDA-1B0B5CDA47BF}" dt="2026-06-23T13:07:13.108" v="5" actId="700"/>
          <ac:spMkLst>
            <pc:docMk/>
            <pc:sldMk cId="3026231960" sldId="545"/>
            <ac:spMk id="13" creationId="{8960E51C-CF56-89C5-85D1-3D0C502AABCC}"/>
          </ac:spMkLst>
        </pc:spChg>
        <pc:spChg chg="del mod ord">
          <ac:chgData name="Simen Söderberg - Implement Consulting Group" userId="bdce68a8-d7ab-40fd-8111-92a588bffa83" providerId="ADAL" clId="{0895DEB1-3303-4C8A-BBDA-1B0B5CDA47BF}" dt="2026-06-23T13:07:13.108" v="5" actId="700"/>
          <ac:spMkLst>
            <pc:docMk/>
            <pc:sldMk cId="3026231960" sldId="545"/>
            <ac:spMk id="14" creationId="{0D95D00A-55AC-F5AE-3B3B-7A07935BBDE3}"/>
          </ac:spMkLst>
        </pc:spChg>
        <pc:spChg chg="del mod ord">
          <ac:chgData name="Simen Söderberg - Implement Consulting Group" userId="bdce68a8-d7ab-40fd-8111-92a588bffa83" providerId="ADAL" clId="{0895DEB1-3303-4C8A-BBDA-1B0B5CDA47BF}" dt="2026-06-23T13:07:13.108" v="5" actId="700"/>
          <ac:spMkLst>
            <pc:docMk/>
            <pc:sldMk cId="3026231960" sldId="545"/>
            <ac:spMk id="16" creationId="{A8DBD41F-1041-9109-C6E4-30242BCE92D0}"/>
          </ac:spMkLst>
        </pc:spChg>
        <pc:spChg chg="mod ord">
          <ac:chgData name="Simen Söderberg - Implement Consulting Group" userId="bdce68a8-d7ab-40fd-8111-92a588bffa83" providerId="ADAL" clId="{0895DEB1-3303-4C8A-BBDA-1B0B5CDA47BF}" dt="2026-06-23T13:07:13.108" v="5" actId="700"/>
          <ac:spMkLst>
            <pc:docMk/>
            <pc:sldMk cId="3026231960" sldId="545"/>
            <ac:spMk id="17" creationId="{FD83D580-45B2-1120-6C0A-BA536C3138BA}"/>
          </ac:spMkLst>
        </pc:spChg>
        <pc:spChg chg="del mod ord">
          <ac:chgData name="Simen Söderberg - Implement Consulting Group" userId="bdce68a8-d7ab-40fd-8111-92a588bffa83" providerId="ADAL" clId="{0895DEB1-3303-4C8A-BBDA-1B0B5CDA47BF}" dt="2026-06-23T13:07:13.108" v="5" actId="700"/>
          <ac:spMkLst>
            <pc:docMk/>
            <pc:sldMk cId="3026231960" sldId="545"/>
            <ac:spMk id="18" creationId="{22C824D7-4F44-E486-B777-B20785AEEC53}"/>
          </ac:spMkLst>
        </pc:spChg>
        <pc:graphicFrameChg chg="add mod ord modVis">
          <ac:chgData name="Simen Söderberg - Implement Consulting Group" userId="bdce68a8-d7ab-40fd-8111-92a588bffa83" providerId="ADAL" clId="{0895DEB1-3303-4C8A-BBDA-1B0B5CDA47BF}" dt="2026-06-23T13:07:14.163" v="22"/>
          <ac:graphicFrameMkLst>
            <pc:docMk/>
            <pc:sldMk cId="3026231960" sldId="545"/>
            <ac:graphicFrameMk id="7" creationId="{C1C93303-75E6-E836-B4B0-4F6860EEF3E2}"/>
          </ac:graphicFrameMkLst>
        </pc:graphicFrameChg>
      </pc:sldChg>
      <pc:sldMasterChg chg="addSp modSp mod modSldLayout sldLayoutOrd">
        <pc:chgData name="Simen Söderberg - Implement Consulting Group" userId="bdce68a8-d7ab-40fd-8111-92a588bffa83" providerId="ADAL" clId="{0895DEB1-3303-4C8A-BBDA-1B0B5CDA47BF}" dt="2026-06-23T13:07:24.399" v="45" actId="20577"/>
        <pc:sldMasterMkLst>
          <pc:docMk/>
          <pc:sldMasterMk cId="157242008" sldId="2147483959"/>
        </pc:sldMasterMkLst>
        <pc:spChg chg="mod">
          <ac:chgData name="Simen Söderberg - Implement Consulting Group" userId="bdce68a8-d7ab-40fd-8111-92a588bffa83" providerId="ADAL" clId="{0895DEB1-3303-4C8A-BBDA-1B0B5CDA47BF}" dt="2026-06-23T13:07:14.138" v="8" actId="299"/>
          <ac:spMkLst>
            <pc:docMk/>
            <pc:sldMasterMk cId="157242008" sldId="2147483959"/>
            <ac:spMk id="7" creationId="{C9392247-CE23-49BB-A39E-64C7575BE478}"/>
          </ac:spMkLst>
        </pc:spChg>
        <pc:graphicFrameChg chg="add mod ord modVis">
          <ac:chgData name="Simen Söderberg - Implement Consulting Group" userId="bdce68a8-d7ab-40fd-8111-92a588bffa83" providerId="ADAL" clId="{0895DEB1-3303-4C8A-BBDA-1B0B5CDA47BF}" dt="2026-06-23T13:07:14.183" v="36"/>
          <ac:graphicFrameMkLst>
            <pc:docMk/>
            <pc:sldMasterMk cId="157242008" sldId="2147483959"/>
            <ac:graphicFrameMk id="4" creationId="{858F55F1-C533-2A02-9EC5-8F8B0555673F}"/>
          </ac:graphicFrameMkLst>
        </pc:graphicFrameChg>
        <pc:sldLayoutChg chg="ord setBg">
          <pc:chgData name="Simen Söderberg - Implement Consulting Group" userId="bdce68a8-d7ab-40fd-8111-92a588bffa83" providerId="ADAL" clId="{0895DEB1-3303-4C8A-BBDA-1B0B5CDA47BF}" dt="2026-06-23T12:58:36.158" v="4"/>
          <pc:sldLayoutMkLst>
            <pc:docMk/>
            <pc:sldMasterMk cId="157242008" sldId="2147483959"/>
            <pc:sldLayoutMk cId="3292316585" sldId="2147483960"/>
          </pc:sldLayoutMkLst>
        </pc:sldLayoutChg>
        <pc:sldLayoutChg chg="delSp mod">
          <pc:chgData name="Simen Söderberg - Implement Consulting Group" userId="bdce68a8-d7ab-40fd-8111-92a588bffa83" providerId="ADAL" clId="{0895DEB1-3303-4C8A-BBDA-1B0B5CDA47BF}" dt="2026-06-23T12:52:31.173" v="1" actId="478"/>
          <pc:sldLayoutMkLst>
            <pc:docMk/>
            <pc:sldMasterMk cId="157242008" sldId="2147483959"/>
            <pc:sldLayoutMk cId="920070867" sldId="2147483972"/>
          </pc:sldLayoutMkLst>
          <pc:spChg chg="del">
            <ac:chgData name="Simen Söderberg - Implement Consulting Group" userId="bdce68a8-d7ab-40fd-8111-92a588bffa83" providerId="ADAL" clId="{0895DEB1-3303-4C8A-BBDA-1B0B5CDA47BF}" dt="2026-06-23T12:52:31.173" v="1" actId="478"/>
            <ac:spMkLst>
              <pc:docMk/>
              <pc:sldMasterMk cId="157242008" sldId="2147483959"/>
              <pc:sldLayoutMk cId="920070867" sldId="2147483972"/>
              <ac:spMk id="5" creationId="{12FCCE46-8C35-87EB-74C8-6F400C0A8C45}"/>
            </ac:spMkLst>
          </pc:spChg>
        </pc:sldLayoutChg>
        <pc:sldLayoutChg chg="modSp mod">
          <pc:chgData name="Simen Söderberg - Implement Consulting Group" userId="bdce68a8-d7ab-40fd-8111-92a588bffa83" providerId="ADAL" clId="{0895DEB1-3303-4C8A-BBDA-1B0B5CDA47BF}" dt="2026-06-23T13:07:24.399" v="45" actId="20577"/>
          <pc:sldLayoutMkLst>
            <pc:docMk/>
            <pc:sldMasterMk cId="157242008" sldId="2147483959"/>
            <pc:sldLayoutMk cId="3183006834" sldId="2147484003"/>
          </pc:sldLayoutMkLst>
          <pc:spChg chg="mod">
            <ac:chgData name="Simen Söderberg - Implement Consulting Group" userId="bdce68a8-d7ab-40fd-8111-92a588bffa83" providerId="ADAL" clId="{0895DEB1-3303-4C8A-BBDA-1B0B5CDA47BF}" dt="2026-06-23T13:07:24.399" v="45" actId="20577"/>
            <ac:spMkLst>
              <pc:docMk/>
              <pc:sldMasterMk cId="157242008" sldId="2147483959"/>
              <pc:sldLayoutMk cId="3183006834" sldId="2147484003"/>
              <ac:spMk id="7" creationId="{4DD48F4F-2302-23A8-6AB8-72152CE83BE4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382C0-1D05-4229-918E-CDD7B7E48B4A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6AEEE-E778-402E-8B8F-9A98AED26EB8}" type="datetimeFigureOut">
              <a:rPr lang="en-GB" smtClean="0"/>
              <a:t>23/06/2026</a:t>
            </a:fld>
            <a:endParaRPr lang="en-GB" dirty="0"/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otes Placeholder 7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Date Placeholder 8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1386E511-D742-4EFE-90B5-C9FC42762E0F}" type="datetimeFigureOut">
              <a:rPr lang="en-GB" smtClean="0"/>
              <a:pPr/>
              <a:t>23/06/2026</a:t>
            </a:fld>
            <a:endParaRPr lang="en-GB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endParaRPr lang="en-GB" dirty="0"/>
          </a:p>
        </p:txBody>
      </p:sp>
      <p:sp>
        <p:nvSpPr>
          <p:cNvPr id="12" name="Slide Image Placeholder 1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13" name="Header Placeholder 1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9491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418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loured background">
            <a:extLst>
              <a:ext uri="{FF2B5EF4-FFF2-40B4-BE49-F238E27FC236}">
                <a16:creationId xmlns:a16="http://schemas.microsoft.com/office/drawing/2014/main" id="{9A15D179-9C3B-9777-01A2-17C1200B9A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03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-457200" algn="ctr">
              <a:buSzPct val="100000"/>
            </a:lvl1pPr>
            <a:lvl2pPr marL="179388" lvl="1" indent="-179388" algn="ctr">
              <a:buSzPct val="100000"/>
              <a:buFont typeface="Arial" panose="020B0604020202020204" pitchFamily="34" charset="0"/>
              <a:buChar char="•"/>
            </a:lvl2pPr>
            <a:lvl3pPr marL="358775" lvl="2" indent="-179388" algn="ctr">
              <a:buSzPct val="100000"/>
              <a:buFont typeface="Calibri" panose="020F0502020204030204" pitchFamily="34" charset="0"/>
              <a:buChar char="–"/>
            </a:lvl3pPr>
            <a:lvl4pPr marL="179388" lvl="3" indent="-179388" algn="ctr">
              <a:buSzPct val="100000"/>
              <a:buFont typeface="+mj-lt"/>
              <a:buAutoNum type="arabicPeriod"/>
            </a:lvl4pPr>
            <a:lvl5pPr marL="358775" lvl="4" indent="-180975" algn="ctr">
              <a:buSzPct val="100000"/>
              <a:buFont typeface="+mj-lt"/>
              <a:buAutoNum type="alphaLcParenR"/>
            </a:lvl5pPr>
            <a:lvl6pPr marL="179388" lvl="5" indent="-179388" algn="ctr">
              <a:buSzPct val="100000"/>
              <a:buFont typeface="Arial" panose="020B0604020202020204" pitchFamily="34" charset="0"/>
              <a:buChar char="•"/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lvl="1" indent="0">
              <a:buNone/>
            </a:pPr>
            <a:endParaRPr lang="en-GB" dirty="0"/>
          </a:p>
        </p:txBody>
      </p:sp>
      <p:sp>
        <p:nvSpPr>
          <p:cNvPr id="5" name="Colour block_Right">
            <a:extLst>
              <a:ext uri="{FF2B5EF4-FFF2-40B4-BE49-F238E27FC236}">
                <a16:creationId xmlns:a16="http://schemas.microsoft.com/office/drawing/2014/main" id="{83E18B63-ADB0-7292-3540-8E1581C5DA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142800" y="0"/>
            <a:ext cx="3049200" cy="6858000"/>
          </a:xfrm>
          <a:prstGeom prst="rect">
            <a:avLst/>
          </a:prstGeom>
          <a:solidFill>
            <a:srgbClr val="3B4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-457200" algn="ctr">
              <a:buSzPct val="100000"/>
            </a:lvl1pPr>
            <a:lvl2pPr marL="179388" lvl="1" indent="-179388" algn="ctr">
              <a:buSzPct val="100000"/>
              <a:buFont typeface="Arial" panose="020B0604020202020204" pitchFamily="34" charset="0"/>
              <a:buChar char="•"/>
            </a:lvl2pPr>
            <a:lvl3pPr marL="358775" lvl="2" indent="-179388" algn="ctr">
              <a:buSzPct val="100000"/>
              <a:buFont typeface="Calibri" panose="020F0502020204030204" pitchFamily="34" charset="0"/>
              <a:buChar char="–"/>
            </a:lvl3pPr>
            <a:lvl4pPr marL="179388" lvl="3" indent="-179388" algn="ctr">
              <a:buSzPct val="100000"/>
              <a:buFont typeface="+mj-lt"/>
              <a:buAutoNum type="arabicPeriod"/>
            </a:lvl4pPr>
            <a:lvl5pPr marL="358775" lvl="4" indent="-180975" algn="ctr">
              <a:buSzPct val="100000"/>
              <a:buFont typeface="+mj-lt"/>
              <a:buAutoNum type="alphaLcParenR"/>
            </a:lvl5pPr>
            <a:lvl6pPr marL="179388" lvl="5" indent="-179388" algn="ctr">
              <a:buSzPct val="100000"/>
              <a:buFont typeface="Arial" panose="020B0604020202020204" pitchFamily="34" charset="0"/>
              <a:buChar char="•"/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lvl="1" indent="0">
              <a:buNone/>
            </a:pPr>
            <a:endParaRPr lang="en-GB" dirty="0"/>
          </a:p>
        </p:txBody>
      </p:sp>
      <p:sp>
        <p:nvSpPr>
          <p:cNvPr id="7" name="Colour block_Top">
            <a:extLst>
              <a:ext uri="{FF2B5EF4-FFF2-40B4-BE49-F238E27FC236}">
                <a16:creationId xmlns:a16="http://schemas.microsoft.com/office/drawing/2014/main" id="{F8DA1E39-CE4C-8DBA-06AF-83D8F2C4C6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1700213"/>
          </a:xfrm>
          <a:prstGeom prst="rect">
            <a:avLst/>
          </a:prstGeom>
          <a:solidFill>
            <a:srgbClr val="454B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indent="-457200" algn="ctr">
              <a:buSzPct val="100000"/>
            </a:lvl1pPr>
            <a:lvl2pPr marL="179388" lvl="1" indent="-179388" algn="ctr">
              <a:buSzPct val="100000"/>
              <a:buFont typeface="Arial" panose="020B0604020202020204" pitchFamily="34" charset="0"/>
              <a:buChar char="•"/>
            </a:lvl2pPr>
            <a:lvl3pPr marL="358775" lvl="2" indent="-179388" algn="ctr">
              <a:buSzPct val="100000"/>
              <a:buFont typeface="Calibri" panose="020F0502020204030204" pitchFamily="34" charset="0"/>
              <a:buChar char="–"/>
            </a:lvl3pPr>
            <a:lvl4pPr marL="179388" lvl="3" indent="-179388" algn="ctr">
              <a:buSzPct val="100000"/>
              <a:buFont typeface="+mj-lt"/>
              <a:buAutoNum type="arabicPeriod"/>
            </a:lvl4pPr>
            <a:lvl5pPr marL="358775" lvl="4" indent="-180975" algn="ctr">
              <a:buSzPct val="100000"/>
              <a:buFont typeface="+mj-lt"/>
              <a:buAutoNum type="alphaLcParenR"/>
            </a:lvl5pPr>
            <a:lvl6pPr marL="179388" lvl="5" indent="-179388" algn="ctr">
              <a:buSzPct val="100000"/>
              <a:buFont typeface="Arial" panose="020B0604020202020204" pitchFamily="34" charset="0"/>
              <a:buChar char="•"/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lvl="1" indent="0">
              <a:buNone/>
            </a:pPr>
            <a:endParaRPr lang="en-GB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F94C45-567F-4793-90DA-88DF235134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5528" y="2752516"/>
            <a:ext cx="7597131" cy="14400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00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GB" dirty="0"/>
              <a:t>Click to insert presentation title – max 3 rows, preferably 2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BF6F7C2-7799-4223-AC0F-28D46817B7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15528" y="4492438"/>
            <a:ext cx="7597131" cy="1224000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insert subtitle and/or author/presenter</a:t>
            </a:r>
          </a:p>
        </p:txBody>
      </p:sp>
      <p:sp>
        <p:nvSpPr>
          <p:cNvPr id="18" name="Date or author">
            <a:extLst>
              <a:ext uri="{FF2B5EF4-FFF2-40B4-BE49-F238E27FC236}">
                <a16:creationId xmlns:a16="http://schemas.microsoft.com/office/drawing/2014/main" id="{2DE87EE2-580C-FF58-180F-53ECF8E533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5527" y="6129238"/>
            <a:ext cx="7597131" cy="21600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date</a:t>
            </a:r>
          </a:p>
        </p:txBody>
      </p:sp>
      <p:sp>
        <p:nvSpPr>
          <p:cNvPr id="4" name="Picture Placeholder_Right">
            <a:extLst>
              <a:ext uri="{FF2B5EF4-FFF2-40B4-BE49-F238E27FC236}">
                <a16:creationId xmlns:a16="http://schemas.microsoft.com/office/drawing/2014/main" id="{5DA5B848-B1DD-34A9-2D0A-0C33F7025AF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142800" y="0"/>
            <a:ext cx="3049200" cy="6858000"/>
          </a:xfrm>
          <a:prstGeom prst="rect">
            <a:avLst/>
          </a:prstGeom>
          <a:noFill/>
        </p:spPr>
        <p:txBody>
          <a:bodyPr vert="horz" lIns="288000" tIns="1188000" rIns="288000" bIns="0" rtlCol="0" anchor="ctr" anchorCtr="0">
            <a:noAutofit/>
          </a:bodyPr>
          <a:lstStyle>
            <a:lvl1pPr>
              <a:defRPr lang="en-GB" sz="1200" dirty="0">
                <a:solidFill>
                  <a:srgbClr val="A8A5A1"/>
                </a:solidFill>
              </a:defRPr>
            </a:lvl1pPr>
          </a:lstStyle>
          <a:p>
            <a:pPr lvl="0" algn="ctr"/>
            <a:r>
              <a:rPr lang="en-GB" dirty="0"/>
              <a:t>Click on icon if you wish to insert a picture in this section. However, NEVER insert pictures in both top section and to the right – “both/and” does not apply here!  </a:t>
            </a:r>
          </a:p>
        </p:txBody>
      </p:sp>
      <p:sp>
        <p:nvSpPr>
          <p:cNvPr id="9" name="Picture Placeholder_Top">
            <a:extLst>
              <a:ext uri="{FF2B5EF4-FFF2-40B4-BE49-F238E27FC236}">
                <a16:creationId xmlns:a16="http://schemas.microsoft.com/office/drawing/2014/main" id="{037B4378-3F32-22F2-2060-4453D9A4AC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2800" cy="1700213"/>
          </a:xfrm>
          <a:prstGeom prst="rect">
            <a:avLst/>
          </a:prstGeom>
          <a:noFill/>
        </p:spPr>
        <p:txBody>
          <a:bodyPr lIns="1440000" tIns="0" rIns="1440000" bIns="0" anchor="ctr" anchorCtr="0"/>
          <a:lstStyle>
            <a:lvl1pPr algn="ctr">
              <a:defRPr sz="1200">
                <a:solidFill>
                  <a:srgbClr val="A8A5A1"/>
                </a:solidFill>
              </a:defRPr>
            </a:lvl1pPr>
          </a:lstStyle>
          <a:p>
            <a:r>
              <a:rPr lang="en-GB" dirty="0"/>
              <a:t>Click on icon if you wish to insert a picture in this section. However, NEVER insert pictures in both top section and to the right – “both/and” does not apply here!  </a:t>
            </a:r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BBE07E90-44D7-84B4-DC17-38931901B09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 rot="5400000">
            <a:off x="11153739" y="755875"/>
            <a:ext cx="1260000" cy="288000"/>
          </a:xfrm>
          <a:prstGeom prst="rect">
            <a:avLst/>
          </a:prstGeom>
          <a:blipFill dpi="0" rotWithShape="0">
            <a:blip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buNone/>
              <a:defRPr sz="100"/>
            </a:lvl1pPr>
          </a:lstStyle>
          <a:p>
            <a:pPr lvl="0"/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025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A1E6136-F9A7-4947-97C0-902F4001D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Notes">
            <a:extLst>
              <a:ext uri="{FF2B5EF4-FFF2-40B4-BE49-F238E27FC236}">
                <a16:creationId xmlns:a16="http://schemas.microsoft.com/office/drawing/2014/main" id="{DA03DEA2-B734-4E1A-989A-B985B71743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69999" y="6501600"/>
            <a:ext cx="8362597" cy="106116"/>
          </a:xfrm>
        </p:spPr>
        <p:txBody>
          <a:bodyPr rIns="0" anchor="b" anchorCtr="0"/>
          <a:lstStyle>
            <a:lvl1pPr marL="0" indent="0" algn="l" defTabSz="742969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650" kern="1200" dirty="0" smtClean="0">
                <a:solidFill>
                  <a:srgbClr val="1F202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39306" indent="-139306" algn="l" defTabSz="742969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650" kern="1200" dirty="0" smtClean="0">
                <a:solidFill>
                  <a:srgbClr val="1F202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85742" indent="-185742" algn="l" defTabSz="742969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lang="en-US" sz="650" kern="1200" dirty="0" smtClean="0">
                <a:solidFill>
                  <a:srgbClr val="1F202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85742" indent="-185742" algn="l" defTabSz="742969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  <a:defRPr lang="en-US" sz="650" kern="1200" dirty="0" smtClean="0">
                <a:solidFill>
                  <a:srgbClr val="1F202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algn="l" defTabSz="742969" rtl="0" eaLnBrk="1" latinLnBrk="0" hangingPunct="1">
              <a:defRPr lang="en-GB" sz="894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Notes </a:t>
            </a:r>
          </a:p>
        </p:txBody>
      </p:sp>
    </p:spTree>
    <p:extLst>
      <p:ext uri="{BB962C8B-B14F-4D97-AF65-F5344CB8AC3E}">
        <p14:creationId xmlns:p14="http://schemas.microsoft.com/office/powerpoint/2010/main" val="92007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ro B">
    <p:bg>
      <p:bgPr>
        <a:solidFill>
          <a:srgbClr val="30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4DD48F4F-2302-23A8-6AB8-72152CE83B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96000" y="2169000"/>
            <a:ext cx="9000000" cy="252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kern="1200">
                <a:solidFill>
                  <a:srgbClr val="F8F4E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alatino Linotype" panose="02040502050505030304" pitchFamily="18" charset="0"/>
                <a:ea typeface="+mj-ea"/>
                <a:cs typeface="+mj-cs"/>
              </a:rPr>
              <a:t>Thank you</a:t>
            </a:r>
            <a:endParaRPr kumimoji="0" lang="en-GB" sz="5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0227A9-CA71-6458-1E3A-021E13DC9A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40474" y="6499716"/>
            <a:ext cx="288000" cy="108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650" kern="1200" spc="0" baseline="0">
                <a:solidFill>
                  <a:srgbClr val="2F363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C8C45C-947F-4981-8B3F-4F32E973C901}" type="slidenum">
              <a:rPr lang="en-GB" sz="650" smtClean="0">
                <a:solidFill>
                  <a:schemeClr val="bg1"/>
                </a:solidFill>
              </a:rPr>
              <a:pPr/>
              <a:t>‹#›</a:t>
            </a:fld>
            <a:endParaRPr lang="en-GB" sz="650" dirty="0">
              <a:solidFill>
                <a:schemeClr val="bg1"/>
              </a:solidFill>
            </a:endParaRPr>
          </a:p>
        </p:txBody>
      </p:sp>
      <p:sp>
        <p:nvSpPr>
          <p:cNvPr id="6" name="Logo">
            <a:extLst>
              <a:ext uri="{FF2B5EF4-FFF2-40B4-BE49-F238E27FC236}">
                <a16:creationId xmlns:a16="http://schemas.microsoft.com/office/drawing/2014/main" id="{37D17886-D8F6-2D5B-2025-FF2DD09892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custDataLst>
              <p:tags r:id="rId1"/>
            </p:custDataLst>
          </p:nvPr>
        </p:nvSpPr>
        <p:spPr bwMode="auto">
          <a:xfrm rot="5400000">
            <a:off x="11676071" y="367640"/>
            <a:ext cx="350168" cy="154638"/>
          </a:xfrm>
          <a:custGeom>
            <a:avLst/>
            <a:gdLst>
              <a:gd name="connsiteX0" fmla="*/ 242136 w 350168"/>
              <a:gd name="connsiteY0" fmla="*/ 154638 h 154638"/>
              <a:gd name="connsiteX1" fmla="*/ 242136 w 350168"/>
              <a:gd name="connsiteY1" fmla="*/ 141700 h 154638"/>
              <a:gd name="connsiteX2" fmla="*/ 350168 w 350168"/>
              <a:gd name="connsiteY2" fmla="*/ 141700 h 154638"/>
              <a:gd name="connsiteX3" fmla="*/ 350168 w 350168"/>
              <a:gd name="connsiteY3" fmla="*/ 154638 h 154638"/>
              <a:gd name="connsiteX4" fmla="*/ 62944 w 350168"/>
              <a:gd name="connsiteY4" fmla="*/ 154337 h 154638"/>
              <a:gd name="connsiteX5" fmla="*/ 62944 w 350168"/>
              <a:gd name="connsiteY5" fmla="*/ 0 h 154638"/>
              <a:gd name="connsiteX6" fmla="*/ 102688 w 350168"/>
              <a:gd name="connsiteY6" fmla="*/ 0 h 154638"/>
              <a:gd name="connsiteX7" fmla="*/ 141020 w 350168"/>
              <a:gd name="connsiteY7" fmla="*/ 104707 h 154638"/>
              <a:gd name="connsiteX8" fmla="*/ 179755 w 350168"/>
              <a:gd name="connsiteY8" fmla="*/ 0 h 154638"/>
              <a:gd name="connsiteX9" fmla="*/ 217481 w 350168"/>
              <a:gd name="connsiteY9" fmla="*/ 0 h 154638"/>
              <a:gd name="connsiteX10" fmla="*/ 217481 w 350168"/>
              <a:gd name="connsiteY10" fmla="*/ 154337 h 154638"/>
              <a:gd name="connsiteX11" fmla="*/ 187825 w 350168"/>
              <a:gd name="connsiteY11" fmla="*/ 154337 h 154638"/>
              <a:gd name="connsiteX12" fmla="*/ 187825 w 350168"/>
              <a:gd name="connsiteY12" fmla="*/ 53263 h 154638"/>
              <a:gd name="connsiteX13" fmla="*/ 151309 w 350168"/>
              <a:gd name="connsiteY13" fmla="*/ 152117 h 154638"/>
              <a:gd name="connsiteX14" fmla="*/ 128915 w 350168"/>
              <a:gd name="connsiteY14" fmla="*/ 152117 h 154638"/>
              <a:gd name="connsiteX15" fmla="*/ 92601 w 350168"/>
              <a:gd name="connsiteY15" fmla="*/ 52051 h 154638"/>
              <a:gd name="connsiteX16" fmla="*/ 92601 w 350168"/>
              <a:gd name="connsiteY16" fmla="*/ 154337 h 154638"/>
              <a:gd name="connsiteX17" fmla="*/ 0 w 350168"/>
              <a:gd name="connsiteY17" fmla="*/ 154337 h 154638"/>
              <a:gd name="connsiteX18" fmla="*/ 0 w 350168"/>
              <a:gd name="connsiteY18" fmla="*/ 0 h 154638"/>
              <a:gd name="connsiteX19" fmla="*/ 30867 w 350168"/>
              <a:gd name="connsiteY19" fmla="*/ 0 h 154638"/>
              <a:gd name="connsiteX20" fmla="*/ 30867 w 350168"/>
              <a:gd name="connsiteY20" fmla="*/ 154337 h 15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0168" h="154638">
                <a:moveTo>
                  <a:pt x="242136" y="154638"/>
                </a:moveTo>
                <a:lnTo>
                  <a:pt x="242136" y="141700"/>
                </a:lnTo>
                <a:lnTo>
                  <a:pt x="350168" y="141700"/>
                </a:lnTo>
                <a:lnTo>
                  <a:pt x="350168" y="154638"/>
                </a:lnTo>
                <a:close/>
                <a:moveTo>
                  <a:pt x="62944" y="154337"/>
                </a:moveTo>
                <a:lnTo>
                  <a:pt x="62944" y="0"/>
                </a:lnTo>
                <a:lnTo>
                  <a:pt x="102688" y="0"/>
                </a:lnTo>
                <a:lnTo>
                  <a:pt x="141020" y="104707"/>
                </a:lnTo>
                <a:lnTo>
                  <a:pt x="179755" y="0"/>
                </a:lnTo>
                <a:lnTo>
                  <a:pt x="217481" y="0"/>
                </a:lnTo>
                <a:lnTo>
                  <a:pt x="217481" y="154337"/>
                </a:lnTo>
                <a:lnTo>
                  <a:pt x="187825" y="154337"/>
                </a:lnTo>
                <a:lnTo>
                  <a:pt x="187825" y="53263"/>
                </a:lnTo>
                <a:lnTo>
                  <a:pt x="151309" y="152117"/>
                </a:lnTo>
                <a:lnTo>
                  <a:pt x="128915" y="152117"/>
                </a:lnTo>
                <a:lnTo>
                  <a:pt x="92601" y="52051"/>
                </a:lnTo>
                <a:lnTo>
                  <a:pt x="92601" y="154337"/>
                </a:lnTo>
                <a:close/>
                <a:moveTo>
                  <a:pt x="0" y="154337"/>
                </a:moveTo>
                <a:lnTo>
                  <a:pt x="0" y="0"/>
                </a:lnTo>
                <a:lnTo>
                  <a:pt x="30867" y="0"/>
                </a:lnTo>
                <a:lnTo>
                  <a:pt x="30867" y="15433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300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58F55F1-C533-2A02-9EC5-8F8B0555673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934948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84" imgH="486" progId="TCLayout.ActiveDocument.1">
                  <p:embed/>
                </p:oleObj>
              </mc:Choice>
              <mc:Fallback>
                <p:oleObj name="think-cell Slide" r:id="rId7" imgW="484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8F55F1-C533-2A02-9EC5-8F8B055567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272416"/>
            <a:ext cx="10659151" cy="68979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slide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263228" y="1627188"/>
            <a:ext cx="11664822" cy="46894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Date" hidden="1">
            <a:extLst>
              <a:ext uri="{FF2B5EF4-FFF2-40B4-BE49-F238E27FC236}">
                <a16:creationId xmlns:a16="http://schemas.microsoft.com/office/drawing/2014/main" id="{48DD5367-4922-2773-FBEF-B6F6A508A5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19523" y="6499716"/>
            <a:ext cx="648000" cy="108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buFontTx/>
              <a:buNone/>
              <a:defRPr sz="650">
                <a:solidFill>
                  <a:schemeClr val="tx1"/>
                </a:solidFill>
              </a:defRPr>
            </a:lvl1pPr>
          </a:lstStyle>
          <a:p>
            <a:fld id="{A8AFB5FE-5FB9-4640-80D3-55C5CCB0ACEA}" type="datetime3">
              <a:rPr lang="en-GB" smtClean="0"/>
              <a:pPr/>
              <a:t>23 June, 2026</a:t>
            </a:fld>
            <a:endParaRPr lang="en-GB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FEE1C04-B99D-C404-D284-CC29D3BE47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640475" y="6499716"/>
            <a:ext cx="288000" cy="108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650" kern="1200" spc="0" baseline="0">
                <a:solidFill>
                  <a:srgbClr val="2F363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C8C45C-947F-4981-8B3F-4F32E973C901}" type="slidenum">
              <a:rPr lang="en-GB" sz="650" smtClean="0">
                <a:solidFill>
                  <a:srgbClr val="1F2023"/>
                </a:solidFill>
              </a:rPr>
              <a:pPr/>
              <a:t>‹#›</a:t>
            </a:fld>
            <a:endParaRPr lang="en-GB" sz="650" dirty="0">
              <a:solidFill>
                <a:srgbClr val="1F2023"/>
              </a:solidFill>
            </a:endParaRP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1DA9C602-7140-4372-ADBF-B7EAF2BC9793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custDataLst>
              <p:tags r:id="rId6"/>
            </p:custDataLst>
          </p:nvPr>
        </p:nvSpPr>
        <p:spPr bwMode="auto">
          <a:xfrm rot="5400000">
            <a:off x="11675647" y="370181"/>
            <a:ext cx="350168" cy="154638"/>
          </a:xfrm>
          <a:custGeom>
            <a:avLst/>
            <a:gdLst>
              <a:gd name="connsiteX0" fmla="*/ 242136 w 350168"/>
              <a:gd name="connsiteY0" fmla="*/ 154638 h 154638"/>
              <a:gd name="connsiteX1" fmla="*/ 242136 w 350168"/>
              <a:gd name="connsiteY1" fmla="*/ 141700 h 154638"/>
              <a:gd name="connsiteX2" fmla="*/ 350168 w 350168"/>
              <a:gd name="connsiteY2" fmla="*/ 141700 h 154638"/>
              <a:gd name="connsiteX3" fmla="*/ 350168 w 350168"/>
              <a:gd name="connsiteY3" fmla="*/ 154638 h 154638"/>
              <a:gd name="connsiteX4" fmla="*/ 62944 w 350168"/>
              <a:gd name="connsiteY4" fmla="*/ 154337 h 154638"/>
              <a:gd name="connsiteX5" fmla="*/ 62944 w 350168"/>
              <a:gd name="connsiteY5" fmla="*/ 0 h 154638"/>
              <a:gd name="connsiteX6" fmla="*/ 102688 w 350168"/>
              <a:gd name="connsiteY6" fmla="*/ 0 h 154638"/>
              <a:gd name="connsiteX7" fmla="*/ 141020 w 350168"/>
              <a:gd name="connsiteY7" fmla="*/ 104707 h 154638"/>
              <a:gd name="connsiteX8" fmla="*/ 179755 w 350168"/>
              <a:gd name="connsiteY8" fmla="*/ 0 h 154638"/>
              <a:gd name="connsiteX9" fmla="*/ 217481 w 350168"/>
              <a:gd name="connsiteY9" fmla="*/ 0 h 154638"/>
              <a:gd name="connsiteX10" fmla="*/ 217481 w 350168"/>
              <a:gd name="connsiteY10" fmla="*/ 154337 h 154638"/>
              <a:gd name="connsiteX11" fmla="*/ 187825 w 350168"/>
              <a:gd name="connsiteY11" fmla="*/ 154337 h 154638"/>
              <a:gd name="connsiteX12" fmla="*/ 187825 w 350168"/>
              <a:gd name="connsiteY12" fmla="*/ 53263 h 154638"/>
              <a:gd name="connsiteX13" fmla="*/ 151309 w 350168"/>
              <a:gd name="connsiteY13" fmla="*/ 152117 h 154638"/>
              <a:gd name="connsiteX14" fmla="*/ 128915 w 350168"/>
              <a:gd name="connsiteY14" fmla="*/ 152117 h 154638"/>
              <a:gd name="connsiteX15" fmla="*/ 92601 w 350168"/>
              <a:gd name="connsiteY15" fmla="*/ 52051 h 154638"/>
              <a:gd name="connsiteX16" fmla="*/ 92601 w 350168"/>
              <a:gd name="connsiteY16" fmla="*/ 154337 h 154638"/>
              <a:gd name="connsiteX17" fmla="*/ 0 w 350168"/>
              <a:gd name="connsiteY17" fmla="*/ 154337 h 154638"/>
              <a:gd name="connsiteX18" fmla="*/ 0 w 350168"/>
              <a:gd name="connsiteY18" fmla="*/ 0 h 154638"/>
              <a:gd name="connsiteX19" fmla="*/ 30867 w 350168"/>
              <a:gd name="connsiteY19" fmla="*/ 0 h 154638"/>
              <a:gd name="connsiteX20" fmla="*/ 30867 w 350168"/>
              <a:gd name="connsiteY20" fmla="*/ 154337 h 15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0168" h="154638">
                <a:moveTo>
                  <a:pt x="242136" y="154638"/>
                </a:moveTo>
                <a:lnTo>
                  <a:pt x="242136" y="141700"/>
                </a:lnTo>
                <a:lnTo>
                  <a:pt x="350168" y="141700"/>
                </a:lnTo>
                <a:lnTo>
                  <a:pt x="350168" y="154638"/>
                </a:lnTo>
                <a:close/>
                <a:moveTo>
                  <a:pt x="62944" y="154337"/>
                </a:moveTo>
                <a:lnTo>
                  <a:pt x="62944" y="0"/>
                </a:lnTo>
                <a:lnTo>
                  <a:pt x="102688" y="0"/>
                </a:lnTo>
                <a:lnTo>
                  <a:pt x="141020" y="104707"/>
                </a:lnTo>
                <a:lnTo>
                  <a:pt x="179755" y="0"/>
                </a:lnTo>
                <a:lnTo>
                  <a:pt x="217481" y="0"/>
                </a:lnTo>
                <a:lnTo>
                  <a:pt x="217481" y="154337"/>
                </a:lnTo>
                <a:lnTo>
                  <a:pt x="187825" y="154337"/>
                </a:lnTo>
                <a:lnTo>
                  <a:pt x="187825" y="53263"/>
                </a:lnTo>
                <a:lnTo>
                  <a:pt x="151309" y="152117"/>
                </a:lnTo>
                <a:lnTo>
                  <a:pt x="128915" y="152117"/>
                </a:lnTo>
                <a:lnTo>
                  <a:pt x="92601" y="52051"/>
                </a:lnTo>
                <a:lnTo>
                  <a:pt x="92601" y="154337"/>
                </a:lnTo>
                <a:close/>
                <a:moveTo>
                  <a:pt x="0" y="154337"/>
                </a:moveTo>
                <a:lnTo>
                  <a:pt x="0" y="0"/>
                </a:lnTo>
                <a:lnTo>
                  <a:pt x="30867" y="0"/>
                </a:lnTo>
                <a:lnTo>
                  <a:pt x="30867" y="1543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42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72" r:id="rId2"/>
    <p:sldLayoutId id="2147484003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742969" rtl="0" eaLnBrk="1" latinLnBrk="0" hangingPunct="1">
        <a:lnSpc>
          <a:spcPct val="93000"/>
        </a:lnSpc>
        <a:spcBef>
          <a:spcPct val="0"/>
        </a:spcBef>
        <a:spcAft>
          <a:spcPts val="600"/>
        </a:spcAft>
        <a:buNone/>
        <a:defRPr sz="2400" kern="1200">
          <a:solidFill>
            <a:srgbClr val="1F2023"/>
          </a:solidFill>
          <a:latin typeface="+mj-lt"/>
          <a:ea typeface="+mj-ea"/>
          <a:cs typeface="+mj-cs"/>
        </a:defRPr>
      </a:lvl1pPr>
    </p:titleStyle>
    <p:bodyStyle>
      <a:lvl1pPr marL="0" indent="0" algn="l" defTabSz="742969" rtl="0" eaLnBrk="1" latinLnBrk="0" hangingPunct="1">
        <a:lnSpc>
          <a:spcPct val="93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kern="1200">
          <a:solidFill>
            <a:srgbClr val="1F2023"/>
          </a:solidFill>
          <a:latin typeface="+mn-lt"/>
          <a:ea typeface="+mn-ea"/>
          <a:cs typeface="+mn-cs"/>
        </a:defRPr>
      </a:lvl1pPr>
      <a:lvl2pPr marL="144003" indent="-144003" algn="l" defTabSz="742969" rtl="0" eaLnBrk="1" latinLnBrk="0" hangingPunct="1">
        <a:lnSpc>
          <a:spcPct val="93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rgbClr val="1F2023"/>
          </a:solidFill>
          <a:latin typeface="+mn-lt"/>
          <a:ea typeface="+mn-ea"/>
          <a:cs typeface="+mn-cs"/>
        </a:defRPr>
      </a:lvl2pPr>
      <a:lvl3pPr marL="288007" indent="-144003" algn="l" defTabSz="742969" rtl="0" eaLnBrk="1" latinLnBrk="0" hangingPunct="1">
        <a:lnSpc>
          <a:spcPct val="93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400" kern="1200">
          <a:solidFill>
            <a:srgbClr val="1F2023"/>
          </a:solidFill>
          <a:latin typeface="+mn-lt"/>
          <a:ea typeface="+mn-ea"/>
          <a:cs typeface="+mn-cs"/>
        </a:defRPr>
      </a:lvl3pPr>
      <a:lvl4pPr marL="432011" indent="-144003" algn="l" defTabSz="742969" rtl="0" eaLnBrk="1" latinLnBrk="0" hangingPunct="1">
        <a:lnSpc>
          <a:spcPct val="93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b="0" kern="1200">
          <a:solidFill>
            <a:srgbClr val="1F2023"/>
          </a:solidFill>
          <a:latin typeface="+mn-lt"/>
          <a:ea typeface="+mn-ea"/>
          <a:cs typeface="+mn-cs"/>
        </a:defRPr>
      </a:lvl4pPr>
      <a:lvl5pPr marL="0" indent="0" algn="l" defTabSz="742969" rtl="0" eaLnBrk="1" latinLnBrk="0" hangingPunct="1">
        <a:lnSpc>
          <a:spcPct val="93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b="1" kern="1200" cap="none" baseline="0">
          <a:solidFill>
            <a:srgbClr val="1F2023"/>
          </a:solidFill>
          <a:latin typeface="+mn-lt"/>
          <a:ea typeface="+mn-ea"/>
          <a:cs typeface="+mn-cs"/>
        </a:defRPr>
      </a:lvl5pPr>
      <a:lvl6pPr marL="0" indent="0" algn="l" defTabSz="742969" rtl="0" eaLnBrk="1" latinLnBrk="0" hangingPunct="1">
        <a:lnSpc>
          <a:spcPct val="93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b="1" kern="1200" cap="all" baseline="0">
          <a:solidFill>
            <a:srgbClr val="1F2023"/>
          </a:solidFill>
          <a:latin typeface="+mj-lt"/>
          <a:ea typeface="+mn-ea"/>
          <a:cs typeface="+mn-cs"/>
        </a:defRPr>
      </a:lvl6pPr>
      <a:lvl7pPr marL="216000" indent="-216000" algn="l" defTabSz="742969" rtl="0" eaLnBrk="1" latinLnBrk="0" hangingPunct="1">
        <a:lnSpc>
          <a:spcPct val="93000"/>
        </a:lnSpc>
        <a:spcBef>
          <a:spcPts val="0"/>
        </a:spcBef>
        <a:spcAft>
          <a:spcPts val="600"/>
        </a:spcAft>
        <a:buFont typeface="+mj-lt"/>
        <a:buAutoNum type="arabicPeriod"/>
        <a:defRPr sz="1400" kern="1200" baseline="0">
          <a:solidFill>
            <a:srgbClr val="1F2023"/>
          </a:solidFill>
          <a:latin typeface="+mn-lt"/>
          <a:ea typeface="+mn-ea"/>
          <a:cs typeface="+mn-cs"/>
        </a:defRPr>
      </a:lvl7pPr>
      <a:lvl8pPr marL="216000" indent="-216000" algn="l" defTabSz="742969" rtl="0" eaLnBrk="1" latinLnBrk="0" hangingPunct="1">
        <a:lnSpc>
          <a:spcPct val="93000"/>
        </a:lnSpc>
        <a:spcBef>
          <a:spcPts val="0"/>
        </a:spcBef>
        <a:spcAft>
          <a:spcPts val="600"/>
        </a:spcAft>
        <a:buFont typeface="+mj-lt"/>
        <a:buAutoNum type="alphaUcPeriod"/>
        <a:defRPr sz="1400" kern="1200">
          <a:solidFill>
            <a:srgbClr val="1F2023"/>
          </a:solidFill>
          <a:latin typeface="+mn-lt"/>
          <a:ea typeface="+mn-ea"/>
          <a:cs typeface="+mn-cs"/>
        </a:defRPr>
      </a:lvl8pPr>
      <a:lvl9pPr marL="0" indent="0" algn="l" defTabSz="742969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800" kern="1200" cap="none" baseline="0">
          <a:solidFill>
            <a:srgbClr val="1F2023"/>
          </a:solidFill>
          <a:latin typeface="Palatino Linotype" panose="02040502050505030304" pitchFamily="18" charset="0"/>
          <a:ea typeface="+mn-ea"/>
          <a:cs typeface="+mn-cs"/>
        </a:defRPr>
      </a:lvl9pPr>
    </p:bodyStyle>
    <p:otherStyle>
      <a:defPPr>
        <a:defRPr lang="en-US"/>
      </a:defPPr>
      <a:lvl1pPr marL="0" indent="0" algn="l" defTabSz="742969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000" kern="1200">
          <a:solidFill>
            <a:srgbClr val="1F2023"/>
          </a:solidFill>
          <a:latin typeface="+mn-lt"/>
          <a:ea typeface="+mn-ea"/>
          <a:cs typeface="+mn-cs"/>
        </a:defRPr>
      </a:lvl1pPr>
      <a:lvl2pPr marL="144003" indent="-144003" algn="l" defTabSz="742969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rgbClr val="1F2023"/>
          </a:solidFill>
          <a:latin typeface="+mn-lt"/>
          <a:ea typeface="+mn-ea"/>
          <a:cs typeface="+mn-cs"/>
        </a:defRPr>
      </a:lvl2pPr>
      <a:lvl3pPr marL="288007" indent="-144003" algn="l" defTabSz="742969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rgbClr val="1F2023"/>
          </a:solidFill>
          <a:latin typeface="+mn-lt"/>
          <a:ea typeface="+mn-ea"/>
          <a:cs typeface="+mn-cs"/>
        </a:defRPr>
      </a:lvl3pPr>
      <a:lvl4pPr marL="432011" indent="-144003" algn="l" defTabSz="742969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b="0" kern="1200">
          <a:solidFill>
            <a:srgbClr val="1F2023"/>
          </a:solidFill>
          <a:latin typeface="+mn-lt"/>
          <a:ea typeface="+mn-ea"/>
          <a:cs typeface="+mn-cs"/>
        </a:defRPr>
      </a:lvl4pPr>
      <a:lvl5pPr marL="0" indent="0" algn="l" defTabSz="742969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000" b="1" kern="1200" cap="none" baseline="0">
          <a:solidFill>
            <a:srgbClr val="1F2023"/>
          </a:solidFill>
          <a:latin typeface="+mn-lt"/>
          <a:ea typeface="+mn-ea"/>
          <a:cs typeface="+mn-cs"/>
        </a:defRPr>
      </a:lvl5pPr>
      <a:lvl6pPr marL="0" indent="0" algn="l" defTabSz="742969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000" b="1" kern="1200" cap="all" baseline="0">
          <a:solidFill>
            <a:srgbClr val="1F2023"/>
          </a:solidFill>
          <a:latin typeface="+mj-lt"/>
          <a:ea typeface="+mn-ea"/>
          <a:cs typeface="+mn-cs"/>
        </a:defRPr>
      </a:lvl6pPr>
      <a:lvl7pPr marL="144003" indent="-144003" algn="l" defTabSz="742969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+mj-lt"/>
        <a:buAutoNum type="arabicPeriod"/>
        <a:defRPr sz="1000" kern="1200" baseline="0">
          <a:solidFill>
            <a:srgbClr val="1F2023"/>
          </a:solidFill>
          <a:latin typeface="+mn-lt"/>
          <a:ea typeface="+mn-ea"/>
          <a:cs typeface="+mn-cs"/>
        </a:defRPr>
      </a:lvl7pPr>
      <a:lvl8pPr marL="144003" indent="-144003" algn="l" defTabSz="742969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+mj-lt"/>
        <a:buAutoNum type="alphaUcPeriod"/>
        <a:defRPr sz="1000" kern="1200">
          <a:solidFill>
            <a:srgbClr val="1F2023"/>
          </a:solidFill>
          <a:latin typeface="+mn-lt"/>
          <a:ea typeface="+mn-ea"/>
          <a:cs typeface="+mn-cs"/>
        </a:defRPr>
      </a:lvl8pPr>
      <a:lvl9pPr marL="0" indent="0" algn="l" defTabSz="742969" rtl="0" eaLnBrk="1" latinLnBrk="0" hangingPunct="1">
        <a:lnSpc>
          <a:spcPct val="83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4800" kern="1200" cap="all" baseline="0">
          <a:solidFill>
            <a:srgbClr val="1F2023"/>
          </a:solidFill>
          <a:latin typeface="Impact" panose="020B0806030902050204" pitchFamily="34" charset="0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0" orient="horz" pos="1025" userDrawn="1">
          <p15:clr>
            <a:srgbClr val="F26B43"/>
          </p15:clr>
        </p15:guide>
        <p15:guide id="21" orient="horz" pos="3979" userDrawn="1">
          <p15:clr>
            <a:srgbClr val="F26B43"/>
          </p15:clr>
        </p15:guide>
        <p15:guide id="22" orient="horz" pos="170" userDrawn="1">
          <p15:clr>
            <a:srgbClr val="F26B43"/>
          </p15:clr>
        </p15:guide>
        <p15:guide id="23" orient="horz" pos="606" userDrawn="1">
          <p15:clr>
            <a:srgbClr val="F26B43"/>
          </p15:clr>
        </p15:guide>
        <p15:guide id="24" pos="166" userDrawn="1">
          <p15:clr>
            <a:srgbClr val="F26B43"/>
          </p15:clr>
        </p15:guide>
        <p15:guide id="25" pos="7514" userDrawn="1">
          <p15:clr>
            <a:srgbClr val="F26B43"/>
          </p15:clr>
        </p15:guide>
        <p15:guide id="26" orient="horz" pos="41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1C93303-75E6-E836-B4B0-4F6860EEF3E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503483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93303-75E6-E836-B4B0-4F6860EEF3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2192B14-DBA6-97C5-3AD8-3C02D3D370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0A47C4-07AC-6660-FF15-1DE6925560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7262B-ED6B-B83B-7438-CB35361D9F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92C3157-9628-22CE-052A-320414A9E7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723593-CCAC-73F1-9818-413C5A226F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D83D580-45B2-1120-6C0A-BA536C31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623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071F-B96A-14E9-C678-A3AD47CFC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08880-4B7D-49BB-7882-46DE66DEDADC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69875" y="1627188"/>
            <a:ext cx="11649075" cy="468947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DD492-25A6-4624-9C24-928052044E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708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SMART" val="&lt;smart xmlns:xsd=&quot;http://www.w3.org/2001/XMLSchema&quot; xmlns:xsi=&quot;http://www.w3.org/2001/XMLSchema-instance&quot;&gt;&lt;presentationSettings&gt;&lt;stickerPosition&gt;TR|20.78345,103.3172&lt;/stickerPosition&gt;&lt;agenda createSections=&quot;false&quot; enableNavigation=&quot;false&quot; hideNavigationUnderline=&quot;false&quot; id=&quot;0101e800-b864-463a-8f0c-1a996268119c&quot; isTouched=&quot;false&quot; mode=&quot;Agenda&quot; showDuration=&quot;false&quot; showHeaders=&quot;false&quot; showOnlyStartTime=&quot;false&quot; showPageNumber=&quot;false&quot; showResponsible=&quot;false&quot; showSubTopics=&quot;false&quot; showTimeSlot=&quot;false&quot; showTopicNumber=&quot;false&quot; slidesForSubTopics=&quot;false&quot; timeFormat=&quot;00000000-0000-0000-0000-000000000000&quot; title=&quot;Agenda&quot;&gt;&lt;columns&gt;&lt;column displayIndex=&quot;0&quot; header=&quot;#&quot; id=&quot;8fc7e105-5a32-4a72-bc85-7d3ff1e7b9d7&quot; visible=&quot;true&quot; width=&quot;170&quot; /&gt;&lt;column displayIndex=&quot;1&quot; header=&quot;Topic&quot; id=&quot;8f81a0ad-7497-4bbb-a001-838bad8c0faa&quot; visible=&quot;true&quot; width=&quot;160&quot; /&gt;&lt;column displayIndex=&quot;2&quot; header=&quot;Responsible&quot; id=&quot;2f9b06db-11e3-45bc-aecb-cf6141b9856b&quot; visible=&quot;true&quot; width=&quot;165&quot; /&gt;&lt;column displayIndex=&quot;3&quot; header=&quot;Duration&quot; id=&quot;99d05e97-02f5-4087-be8e-b10736e0c9ca&quot; visible=&quot;true&quot; width=&quot;150&quot; /&gt;&lt;column displayIndex=&quot;4&quot; header=&quot;Time&quot; id=&quot;fd356bfd-687f-40e8-b861-574837edbc46&quot; visible=&quot;true&quot; width=&quot;180&quot; /&gt;&lt;column displayIndex=&quot;5&quot; header=&quot;Page&quot; id=&quot;db91063f-fada-4f32-86c9-9368cd93fa26&quot; visible=&quot;true&quot; width=&quot;170&quot; /&gt;&lt;/columns&gt;&lt;layout /&gt;&lt;rows /&gt;&lt;/agenda&gt;&lt;template id=&quot;https://implementcg.sharepoint.com/sites/BrandCentral/Shared Documents/PowerPoint/Templates/02. 16-9/Implement 16-9.169.potx&quot; lastModified=&quot;2025-10-27T15:30:54+01:00&quot; name=&quot;Implement 16-9.169.potx&quot; slideMasterName=&quot;Implement 16-9&quot;&gt;&lt;LayoutNames&gt;&lt;Name&gt;Cover A1&lt;/Name&gt;&lt;Name&gt;Cover A2&lt;/Name&gt;&lt;Name&gt;Cover A3&lt;/Name&gt;&lt;Name&gt;Cover B1&lt;/Name&gt;&lt;Name&gt;Cover B2&lt;/Name&gt;&lt;Name&gt;Cover B3&lt;/Name&gt;&lt;Name&gt;Cover C1&lt;/Name&gt;&lt;Name&gt;Cover C2&lt;/Name&gt;&lt;Name&gt;Cover C3&lt;/Name&gt;&lt;Name&gt;Cover/Divider A&lt;/Name&gt;&lt;Name&gt;Cover/Divider B&lt;/Name&gt;&lt;Name&gt;Text and Number&lt;/Name&gt;&lt;Name&gt;Title Only&lt;/Name&gt;&lt;Name&gt;Title and Content&lt;/Name&gt;&lt;Name&gt;Title and Content Offwhite&lt;/Name&gt;&lt;Name&gt;Title and Content Light&lt;/Name&gt;&lt;Name&gt;Title and Content Dark&lt;/Name&gt;&lt;Name&gt;Two Content&lt;/Name&gt;&lt;Name&gt;Three Content&lt;/Name&gt;&lt;Name&gt;Four Content&lt;/Name&gt;&lt;Name&gt;Conclusion Box Horizontal&lt;/Name&gt;&lt;Name&gt;Conclusion Box Vertical&lt;/Name&gt;&lt;Name&gt;Coloured background A&lt;/Name&gt;&lt;Name&gt;Coloured background B&lt;/Name&gt;&lt;Name&gt;Content and Picture&lt;/Name&gt;&lt;Name&gt;Content and Sidebar Right&lt;/Name&gt;&lt;Name&gt;Content and Sidebar Left&lt;/Name&gt;&lt;Name&gt;What and How&lt;/Name&gt;&lt;Name&gt;Blank&lt;/Name&gt;&lt;Name&gt;Title Grid&lt;/Name&gt;&lt;Name&gt;Section Image Dark Text and Logo&lt;/Name&gt;&lt;Name&gt;Section Image Light Text and Logo&lt;/Name&gt;&lt;Name&gt;Image Background Dark Text and Logo&lt;/Name&gt;&lt;Name&gt;Image Background Light Text and Logo&lt;/Name&gt;&lt;Name&gt;Section White&lt;/Name&gt;&lt;Name&gt;Section Egg&lt;/Name&gt;&lt;Name&gt;Section Grey&lt;/Name&gt;&lt;Name&gt;Section Green (light)&lt;/Name&gt;&lt;Name&gt;Section Piggy&lt;/Name&gt;&lt;Name&gt;Section Yellow&lt;/Name&gt;&lt;Name&gt;Section Brown&lt;/Name&gt;&lt;Name&gt;Section Green (dark)&lt;/Name&gt;&lt;Name&gt;Section Deep red&lt;/Name&gt;&lt;Name&gt;Section Ash-grey&lt;/Name&gt;&lt;Name&gt;Section IM Black&lt;/Name&gt;&lt;Name&gt;Case Reference - Short Text&lt;/Name&gt;&lt;Name&gt;Case Reference - Long Text A&lt;/Name&gt;&lt;Name&gt;Case Reference - Long Text B&lt;/Name&gt;&lt;Name&gt;Outro A&lt;/Name&gt;&lt;Name&gt;Outro B&lt;/Name&gt;&lt;Name&gt;Thank you&lt;/Name&gt;&lt;Name&gt;MASTERY COVER &lt;/Name&gt;&lt;/LayoutNames&gt;&lt;/template&gt;&lt;theme&gt;&lt;recentColors /&gt;&lt;/theme&gt;&lt;rules&gt;&lt;disabled /&gt;&lt;/rules&gt;&lt;/presentationSettings&gt;&lt;/smar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mplement 16-9">
  <a:themeElements>
    <a:clrScheme name="Implement Consulting Group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A8A5A1"/>
      </a:accent1>
      <a:accent2>
        <a:srgbClr val="C2C0BD"/>
      </a:accent2>
      <a:accent3>
        <a:srgbClr val="DCDBD9"/>
      </a:accent3>
      <a:accent4>
        <a:srgbClr val="4C4C4F"/>
      </a:accent4>
      <a:accent5>
        <a:srgbClr val="79797B"/>
      </a:accent5>
      <a:accent6>
        <a:srgbClr val="A5A5A7"/>
      </a:accent6>
      <a:hlink>
        <a:srgbClr val="67817F"/>
      </a:hlink>
      <a:folHlink>
        <a:srgbClr val="E4B73C"/>
      </a:folHlink>
    </a:clrScheme>
    <a:fontScheme name="Implem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2F2F1"/>
        </a:solidFill>
        <a:ln w="6350">
          <a:noFill/>
        </a:ln>
      </a:spPr>
      <a:bodyPr lIns="72009" tIns="72009" rIns="72009" bIns="72009" rtlCol="0" anchor="t" anchorCtr="0">
        <a:noAutofit/>
      </a:bodyPr>
      <a:lstStyle>
        <a:defPPr algn="l">
          <a:lnSpc>
            <a:spcPct val="93000"/>
          </a:lnSpc>
          <a:defRPr sz="1100" noProof="0" dirty="0" err="1">
            <a:solidFill>
              <a:sysClr val="windowText" lastClr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1F2023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square" lIns="0" tIns="0" rIns="0" bIns="0" rtlCol="0" anchor="t" anchorCtr="0">
        <a:noAutofit/>
      </a:bodyPr>
      <a:lstStyle>
        <a:defPPr marL="0" indent="0" algn="l">
          <a:buNone/>
          <a:defRPr sz="11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69,31,35">
      <a:srgbClr val="451F23"/>
    </a:custClr>
    <a:custClr name="248,245,231">
      <a:srgbClr val="F8F5E7"/>
    </a:custClr>
    <a:custClr name="31,32,35">
      <a:srgbClr val="1F2023"/>
    </a:custClr>
    <a:custClr name="48,55,59">
      <a:srgbClr val="30373B"/>
    </a:custClr>
    <a:custClr name="168,165,161">
      <a:srgbClr val="A8A5A1"/>
    </a:custClr>
    <a:custClr name="103,129,127">
      <a:srgbClr val="67817F"/>
    </a:custClr>
    <a:custClr name="225,193,181">
      <a:srgbClr val="E1C1B5"/>
    </a:custClr>
    <a:custClr name="154,110,68">
      <a:srgbClr val="9A6E44"/>
    </a:custClr>
    <a:custClr name="228,183,60">
      <a:srgbClr val="E4B73C"/>
    </a:custClr>
    <a:custClr name="185,199,194">
      <a:srgbClr val="B9C7C2"/>
    </a:custClr>
    <a:custClr name="78,42,46">
      <a:srgbClr val="4E2A2E"/>
    </a:custClr>
    <a:custClr name="249,247,236">
      <a:srgbClr val="F9F7EC"/>
    </a:custClr>
    <a:custClr name="0,0,0">
      <a:srgbClr val="000000"/>
    </a:custClr>
    <a:custClr name="64,65,68">
      <a:srgbClr val="404144"/>
    </a:custClr>
    <a:custClr name="203,201,199">
      <a:srgbClr val="CBC9C7"/>
    </a:custClr>
    <a:custClr name="164,179,178">
      <a:srgbClr val="A4B3B2"/>
    </a:custClr>
    <a:custClr name="237,218,211">
      <a:srgbClr val="EDDAD3"/>
    </a:custClr>
    <a:custClr name="194,168,143">
      <a:srgbClr val="C2A88F"/>
    </a:custClr>
    <a:custClr name="239,212,138">
      <a:srgbClr val="EFD48A"/>
    </a:custClr>
    <a:custClr name="213,221,218">
      <a:srgbClr val="D5DDDA"/>
    </a:custClr>
    <a:custClr name="88,54,57">
      <a:srgbClr val="583639"/>
    </a:custClr>
    <a:custClr name="251,249,241">
      <a:srgbClr val="FBF9F1"/>
    </a:custClr>
    <a:custClr name="226,222,217">
      <a:srgbClr val="E2DED9"/>
    </a:custClr>
    <a:custClr name="98,98,101">
      <a:srgbClr val="626265"/>
    </a:custClr>
    <a:custClr name="225,224,222">
      <a:srgbClr val="E1E0DE"/>
    </a:custClr>
    <a:custClr name="194,205,204">
      <a:srgbClr val="C2CDCC"/>
    </a:custClr>
    <a:custClr name="243,230,225">
      <a:srgbClr val="F3E6E1"/>
    </a:custClr>
    <a:custClr name="215,197,180">
      <a:srgbClr val="D7C5B4"/>
    </a:custClr>
    <a:custClr name="244,226,177">
      <a:srgbClr val="F4E2B1"/>
    </a:custClr>
    <a:custClr name="227,233,231">
      <a:srgbClr val="E3E9E7"/>
    </a:custClr>
    <a:custClr name="BLANK">
      <a:srgbClr val="FFFFFF"/>
    </a:custClr>
    <a:custClr name="253,252,247">
      <a:srgbClr val="FDFCF7"/>
    </a:custClr>
    <a:custClr name="238,235,232">
      <a:srgbClr val="EEEBE8"/>
    </a:custClr>
    <a:custClr name="132,133,134">
      <a:srgbClr val="848586"/>
    </a:custClr>
    <a:custClr name="242,242,241">
      <a:srgbClr val="F2F2F1"/>
    </a:custClr>
    <a:custClr name="225,230,229">
      <a:srgbClr val="E1E6E5"/>
    </a:custClr>
    <a:custClr name="249,243,240">
      <a:srgbClr val="F9F3F0"/>
    </a:custClr>
    <a:custClr name="235,226,218">
      <a:srgbClr val="EBE2DA"/>
    </a:custClr>
    <a:custClr name="250,241,216">
      <a:srgbClr val="FAF1D8"/>
    </a:custClr>
    <a:custClr name="241,244,243">
      <a:srgbClr val="F1F4F3"/>
    </a:custClr>
  </a:custClrLst>
  <a:extLst>
    <a:ext uri="{05A4C25C-085E-4340-85A3-A5531E510DB2}">
      <thm15:themeFamily xmlns:thm15="http://schemas.microsoft.com/office/thememl/2012/main" name="AmplerLibrarykwmmw3l0nqc.potx" id="{6B89AEDE-F3AE-4E02-9AA6-495405DC1B03}" vid="{E37F8623-810E-44B7-A69E-253E4D867549}"/>
    </a:ext>
  </a:extLst>
</a:theme>
</file>

<file path=ppt/theme/theme2.xml><?xml version="1.0" encoding="utf-8"?>
<a:theme xmlns:a="http://schemas.openxmlformats.org/drawingml/2006/main" name="Office-tema">
  <a:themeElements>
    <a:clrScheme name="Implement 20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AEAEA"/>
      </a:accent1>
      <a:accent2>
        <a:srgbClr val="C0C0C0"/>
      </a:accent2>
      <a:accent3>
        <a:srgbClr val="DDDDDD"/>
      </a:accent3>
      <a:accent4>
        <a:srgbClr val="838789"/>
      </a:accent4>
      <a:accent5>
        <a:srgbClr val="1F2023"/>
      </a:accent5>
      <a:accent6>
        <a:srgbClr val="898C96"/>
      </a:accent6>
      <a:hlink>
        <a:srgbClr val="838789"/>
      </a:hlink>
      <a:folHlink>
        <a:srgbClr val="E2DED9"/>
      </a:folHlink>
    </a:clrScheme>
    <a:fontScheme name="Implem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226, 222, 217">
      <a:srgbClr val="E2DED9"/>
    </a:custClr>
    <a:custClr name="248, 245, 231">
      <a:srgbClr val="F8F5E7"/>
    </a:custClr>
    <a:custClr name="48, 55, 59">
      <a:srgbClr val="30373B"/>
    </a:custClr>
    <a:custClr name="31, 32, 35">
      <a:srgbClr val="1F2023"/>
    </a:custClr>
    <a:custClr name="224, 188, 166">
      <a:srgbClr val="E0BCA6"/>
    </a:custClr>
    <a:custClr name="138, 162, 153">
      <a:srgbClr val="8AA299"/>
    </a:custClr>
    <a:custClr name="228, 183, 59">
      <a:srgbClr val="E4B73B"/>
    </a:custClr>
    <a:custClr name="64, 97, 95">
      <a:srgbClr val="40615F"/>
    </a:custClr>
    <a:custClr name="137, 62, 69">
      <a:srgbClr val="893E45"/>
    </a:custClr>
    <a:custClr name="154, 110, 58">
      <a:srgbClr val="9A6E3A"/>
    </a:custClr>
    <a:custClr name="232, 229, 225">
      <a:srgbClr val="E8E5E1"/>
    </a:custClr>
    <a:custClr name="249, 247, 236">
      <a:srgbClr val="F9F7EC"/>
    </a:custClr>
    <a:custClr name="89, 95, 98">
      <a:srgbClr val="595F62"/>
    </a:custClr>
    <a:custClr name="76, 77, 79">
      <a:srgbClr val="4C4D4F"/>
    </a:custClr>
    <a:custClr name="230, 201, 184">
      <a:srgbClr val="E6C9B8"/>
    </a:custClr>
    <a:custClr name="161, 181, 173">
      <a:srgbClr val="A1B5AD"/>
    </a:custClr>
    <a:custClr name="​233, 197, 98">
      <a:srgbClr val="E9C562"/>
    </a:custClr>
    <a:custClr name="102, 129, 127">
      <a:srgbClr val="66817F"/>
    </a:custClr>
    <a:custClr name="161, 101, 106">
      <a:srgbClr val="A1656A"/>
    </a:custClr>
    <a:custClr name="174, 139, 97">
      <a:srgbClr val="AE8B61"/>
    </a:custClr>
    <a:custClr name="238, 235, 232">
      <a:srgbClr val="EEEBE8"/>
    </a:custClr>
    <a:custClr name="251, 249, 241">
      <a:srgbClr val="FBF9F1"/>
    </a:custClr>
    <a:custClr name="149,153,155">
      <a:srgbClr val="95999B"/>
    </a:custClr>
    <a:custClr name="141,141,143">
      <a:srgbClr val="8D8D8F"/>
    </a:custClr>
    <a:custClr name="239,221,210">
      <a:srgbClr val="EFDDD2"/>
    </a:custClr>
    <a:custClr name="195,207,203">
      <a:srgbClr val="C3CFCB"/>
    </a:custClr>
    <a:custClr name="241,218,155">
      <a:srgbClr val="F1DA9B"/>
    </a:custClr>
    <a:custClr name="157,174,173">
      <a:srgbClr val="9DAEAD"/>
    </a:custClr>
    <a:custClr name="195,156,160">
      <a:srgbClr val="C39CA0"/>
    </a:custClr>
    <a:custClr name="203,181,155">
      <a:srgbClr val="CBB59B"/>
    </a:custClr>
    <a:custClr name="243, 242, 240">
      <a:srgbClr val="F3F2F0"/>
    </a:custClr>
    <a:custClr name="252, 251, 245">
      <a:srgbClr val="FCFBF5"/>
    </a:custClr>
    <a:custClr name="184,187,189">
      <a:srgbClr val="B8BBBD"/>
    </a:custClr>
    <a:custClr name="178,179,180">
      <a:srgbClr val="B2B3B4"/>
    </a:custClr>
    <a:custClr name="245,232,224">
      <a:srgbClr val="F5E8E0"/>
    </a:custClr>
    <a:custClr name="215,224,220">
      <a:srgbClr val="D7E0DC"/>
    </a:custClr>
    <a:custClr name="246,230,189">
      <a:srgbClr val="F6E6BD"/>
    </a:custClr>
    <a:custClr name="190,201,201">
      <a:srgbClr val="BEC9C9"/>
    </a:custClr>
    <a:custClr name="215,189,192">
      <a:srgbClr val="D7BDC0"/>
    </a:custClr>
    <a:custClr name="221,206,188">
      <a:srgbClr val="DDCEBC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Implement 20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AEAEA"/>
      </a:accent1>
      <a:accent2>
        <a:srgbClr val="C0C0C0"/>
      </a:accent2>
      <a:accent3>
        <a:srgbClr val="DDDDDD"/>
      </a:accent3>
      <a:accent4>
        <a:srgbClr val="838789"/>
      </a:accent4>
      <a:accent5>
        <a:srgbClr val="1F2023"/>
      </a:accent5>
      <a:accent6>
        <a:srgbClr val="898C96"/>
      </a:accent6>
      <a:hlink>
        <a:srgbClr val="838789"/>
      </a:hlink>
      <a:folHlink>
        <a:srgbClr val="E2DED9"/>
      </a:folHlink>
    </a:clrScheme>
    <a:fontScheme name="Implem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226, 222, 217">
      <a:srgbClr val="E2DED9"/>
    </a:custClr>
    <a:custClr name="248, 245, 231">
      <a:srgbClr val="F8F5E7"/>
    </a:custClr>
    <a:custClr name="48, 55, 59">
      <a:srgbClr val="30373B"/>
    </a:custClr>
    <a:custClr name="31, 32, 35">
      <a:srgbClr val="1F2023"/>
    </a:custClr>
    <a:custClr name="224, 188, 166">
      <a:srgbClr val="E0BCA6"/>
    </a:custClr>
    <a:custClr name="138, 162, 153">
      <a:srgbClr val="8AA299"/>
    </a:custClr>
    <a:custClr name="228, 183, 59">
      <a:srgbClr val="E4B73B"/>
    </a:custClr>
    <a:custClr name="64, 97, 95">
      <a:srgbClr val="40615F"/>
    </a:custClr>
    <a:custClr name="137, 62, 69">
      <a:srgbClr val="893E45"/>
    </a:custClr>
    <a:custClr name="154, 110, 58">
      <a:srgbClr val="9A6E3A"/>
    </a:custClr>
    <a:custClr name="232, 229, 225">
      <a:srgbClr val="E8E5E1"/>
    </a:custClr>
    <a:custClr name="249, 247, 236">
      <a:srgbClr val="F9F7EC"/>
    </a:custClr>
    <a:custClr name="89, 95, 98">
      <a:srgbClr val="595F62"/>
    </a:custClr>
    <a:custClr name="76, 77, 79">
      <a:srgbClr val="4C4D4F"/>
    </a:custClr>
    <a:custClr name="230, 201, 184">
      <a:srgbClr val="E6C9B8"/>
    </a:custClr>
    <a:custClr name="161, 181, 173">
      <a:srgbClr val="A1B5AD"/>
    </a:custClr>
    <a:custClr name="​233, 197, 98">
      <a:srgbClr val="E9C562"/>
    </a:custClr>
    <a:custClr name="102, 129, 127">
      <a:srgbClr val="66817F"/>
    </a:custClr>
    <a:custClr name="161, 101, 106">
      <a:srgbClr val="A1656A"/>
    </a:custClr>
    <a:custClr name="174, 139, 97">
      <a:srgbClr val="AE8B61"/>
    </a:custClr>
    <a:custClr name="238, 235, 232">
      <a:srgbClr val="EEEBE8"/>
    </a:custClr>
    <a:custClr name="251, 249, 241">
      <a:srgbClr val="FBF9F1"/>
    </a:custClr>
    <a:custClr name="149,153,155">
      <a:srgbClr val="95999B"/>
    </a:custClr>
    <a:custClr name="141,141,143">
      <a:srgbClr val="8D8D8F"/>
    </a:custClr>
    <a:custClr name="239,221,210">
      <a:srgbClr val="EFDDD2"/>
    </a:custClr>
    <a:custClr name="195,207,203">
      <a:srgbClr val="C3CFCB"/>
    </a:custClr>
    <a:custClr name="241,218,155">
      <a:srgbClr val="F1DA9B"/>
    </a:custClr>
    <a:custClr name="157,174,173">
      <a:srgbClr val="9DAEAD"/>
    </a:custClr>
    <a:custClr name="195,156,160">
      <a:srgbClr val="C39CA0"/>
    </a:custClr>
    <a:custClr name="203,181,155">
      <a:srgbClr val="CBB59B"/>
    </a:custClr>
    <a:custClr name="243, 242, 240">
      <a:srgbClr val="F3F2F0"/>
    </a:custClr>
    <a:custClr name="252, 251, 245">
      <a:srgbClr val="FCFBF5"/>
    </a:custClr>
    <a:custClr name="184,187,189">
      <a:srgbClr val="B8BBBD"/>
    </a:custClr>
    <a:custClr name="178,179,180">
      <a:srgbClr val="B2B3B4"/>
    </a:custClr>
    <a:custClr name="245,232,224">
      <a:srgbClr val="F5E8E0"/>
    </a:custClr>
    <a:custClr name="215,224,220">
      <a:srgbClr val="D7E0DC"/>
    </a:custClr>
    <a:custClr name="246,230,189">
      <a:srgbClr val="F6E6BD"/>
    </a:custClr>
    <a:custClr name="190,201,201">
      <a:srgbClr val="BEC9C9"/>
    </a:custClr>
    <a:custClr name="215,189,192">
      <a:srgbClr val="D7BDC0"/>
    </a:custClr>
    <a:custClr name="221,206,188">
      <a:srgbClr val="DDCEBC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AD8EBEBAC4EE4ABAB79B4B4C58606F" ma:contentTypeVersion="23" ma:contentTypeDescription="Create a new document." ma:contentTypeScope="" ma:versionID="52cc21d7503cf7169275791b87f17637">
  <xsd:schema xmlns:xsd="http://www.w3.org/2001/XMLSchema" xmlns:xs="http://www.w3.org/2001/XMLSchema" xmlns:p="http://schemas.microsoft.com/office/2006/metadata/properties" xmlns:ns2="86aa1194-693a-4dd8-a063-ff100f14bb5c" xmlns:ns3="38c44192-9a34-45a7-87f1-19ab3a05243f" targetNamespace="http://schemas.microsoft.com/office/2006/metadata/properties" ma:root="true" ma:fieldsID="f675df26c4e45d10b9c3e156fd7231db" ns2:_="" ns3:_="">
    <xsd:import namespace="86aa1194-693a-4dd8-a063-ff100f14bb5c"/>
    <xsd:import namespace="38c44192-9a34-45a7-87f1-19ab3a0524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TaxCatchAll" minOccurs="0"/>
                <xsd:element ref="ns3:TaxKeywordTaxHTField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aa1194-693a-4dd8-a063-ff100f14bb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5b06291-50d6-40ad-b551-7f5f0cc50b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c44192-9a34-45a7-87f1-19ab3a05243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8650824-cd14-4b24-ab5b-a7e2c7c01179}" ma:internalName="TaxCatchAll" ma:showField="CatchAllData" ma:web="38c44192-9a34-45a7-87f1-19ab3a0524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14" nillable="true" ma:taxonomy="true" ma:internalName="TaxKeywordTaxHTField" ma:taxonomyFieldName="TaxKeyword" ma:displayName="Enterprise Keywords" ma:fieldId="{23f27201-bee3-471e-b2e7-b64fd8b7ca38}" ma:taxonomyMulti="true" ma:sspId="e5b06291-50d6-40ad-b551-7f5f0cc50bc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8c44192-9a34-45a7-87f1-19ab3a05243f" xsi:nil="true"/>
    <TaxKeywordTaxHTField xmlns="38c44192-9a34-45a7-87f1-19ab3a05243f">
      <Terms xmlns="http://schemas.microsoft.com/office/infopath/2007/PartnerControls"/>
    </TaxKeywordTaxHTField>
    <lcf76f155ced4ddcb4097134ff3c332f xmlns="86aa1194-693a-4dd8-a063-ff100f14bb5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F21B1DC-F27C-45A6-9A31-42236730CC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aa1194-693a-4dd8-a063-ff100f14bb5c"/>
    <ds:schemaRef ds:uri="38c44192-9a34-45a7-87f1-19ab3a0524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2D304B-5A91-4891-9ADE-AD516E59E6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D4B57B-D88E-4D90-8522-5D169F435D15}">
  <ds:schemaRefs>
    <ds:schemaRef ds:uri="http://www.w3.org/XML/1998/namespace"/>
    <ds:schemaRef ds:uri="86aa1194-693a-4dd8-a063-ff100f14bb5c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38c44192-9a34-45a7-87f1-19ab3a05243f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37</TotalTime>
  <Words>3</Words>
  <Application>Microsoft Office PowerPoint</Application>
  <PresentationFormat>Widescreen</PresentationFormat>
  <Paragraphs>3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Impact</vt:lpstr>
      <vt:lpstr>Palatino Linotype</vt:lpstr>
      <vt:lpstr>Implement 16-9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Simen Söderberg - Implement Consulting Group</dc:creator>
  <cp:lastModifiedBy>Simen Söderberg - Implement Consulting Group</cp:lastModifiedBy>
  <cp:revision>1</cp:revision>
  <dcterms:created xsi:type="dcterms:W3CDTF">2026-06-23T12:29:48Z</dcterms:created>
  <dcterms:modified xsi:type="dcterms:W3CDTF">2026-06-23T13:07:28Z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www.skabelondesign.dk</vt:lpwstr>
  </property>
  <property fmtid="{D5CDD505-2E9C-101B-9397-08002B2CF9AE}" pid="3" name="TaxKeyword">
    <vt:lpwstr/>
  </property>
  <property fmtid="{D5CDD505-2E9C-101B-9397-08002B2CF9AE}" pid="4" name="ProjectType">
    <vt:lpwstr/>
  </property>
  <property fmtid="{D5CDD505-2E9C-101B-9397-08002B2CF9AE}" pid="5" name="MediaServiceImageTags">
    <vt:lpwstr/>
  </property>
  <property fmtid="{D5CDD505-2E9C-101B-9397-08002B2CF9AE}" pid="6" name="ContentTypeId">
    <vt:lpwstr>0x0101004EAD8EBEBAC4EE4ABAB79B4B4C58606F</vt:lpwstr>
  </property>
  <property fmtid="{D5CDD505-2E9C-101B-9397-08002B2CF9AE}" pid="7" name="Order">
    <vt:r8>18496100</vt:r8>
  </property>
  <property fmtid="{D5CDD505-2E9C-101B-9397-08002B2CF9AE}" pid="8" name="xd_Signature">
    <vt:bool>false</vt:bool>
  </property>
  <property fmtid="{D5CDD505-2E9C-101B-9397-08002B2CF9AE}" pid="9" name="xd_ProgID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